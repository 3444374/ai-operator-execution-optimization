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f39b568990422a" /><Relationship Type="http://schemas.openxmlformats.org/officeDocument/2006/relationships/extended-properties" Target="/docProps/app.xml" Id="Rcb51ec61b73544a7" /><Relationship Type="http://schemas.openxmlformats.org/officeDocument/2006/relationships/officeDocument" Target="/ppt/presentation.xml" Id="Rf71f11fd7fc24b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8448b0bdc84a5c"/>
    <p:sldMasterId xmlns:r="http://schemas.openxmlformats.org/officeDocument/2006/relationships" id="2147483653" r:id="R1d6b495a072a4cb0"/>
  </p:sldMasterIdLst>
  <p:notesMasterIdLst>
    <p:notesMasterId xmlns:r="http://schemas.openxmlformats.org/officeDocument/2006/relationships" r:id="Rc15d7afe62434f3b"/>
  </p:notesMasterIdLst>
  <p:sldIdLst>
    <p:sldId xmlns:r="http://schemas.openxmlformats.org/officeDocument/2006/relationships" id="256" r:id="Rd655808875c24557"/>
    <p:sldId xmlns:r="http://schemas.openxmlformats.org/officeDocument/2006/relationships" id="257" r:id="R948b9a0839164272"/>
    <p:sldId xmlns:r="http://schemas.openxmlformats.org/officeDocument/2006/relationships" id="258" r:id="R38b18f250a444196"/>
    <p:sldId xmlns:r="http://schemas.openxmlformats.org/officeDocument/2006/relationships" id="259" r:id="R174b1da3f91f48b0"/>
    <p:sldId xmlns:r="http://schemas.openxmlformats.org/officeDocument/2006/relationships" id="260" r:id="R304daeb553214439"/>
    <p:sldId xmlns:r="http://schemas.openxmlformats.org/officeDocument/2006/relationships" id="261" r:id="R6e4768e284914903"/>
    <p:sldId xmlns:r="http://schemas.openxmlformats.org/officeDocument/2006/relationships" id="262" r:id="Rbd34ba2f785341c0"/>
    <p:sldId xmlns:r="http://schemas.openxmlformats.org/officeDocument/2006/relationships" id="263" r:id="Rc94f3a7f9be04763"/>
    <p:sldId xmlns:r="http://schemas.openxmlformats.org/officeDocument/2006/relationships" id="264" r:id="Rd7a96451c6f04c09"/>
    <p:sldId xmlns:r="http://schemas.openxmlformats.org/officeDocument/2006/relationships" id="265" r:id="R30d7770ed77744a1"/>
    <p:sldId xmlns:r="http://schemas.openxmlformats.org/officeDocument/2006/relationships" id="266" r:id="R411b0ef6e0d74755"/>
    <p:sldId xmlns:r="http://schemas.openxmlformats.org/officeDocument/2006/relationships" id="267" r:id="R0de47b6d39f14cd2"/>
    <p:sldId xmlns:r="http://schemas.openxmlformats.org/officeDocument/2006/relationships" id="268" r:id="Ra9e5b6992ac645a2"/>
    <p:sldId xmlns:r="http://schemas.openxmlformats.org/officeDocument/2006/relationships" id="269" r:id="R09642e5b5537429b"/>
    <p:sldId xmlns:r="http://schemas.openxmlformats.org/officeDocument/2006/relationships" id="270" r:id="R417ef020b67b421a"/>
    <p:sldId xmlns:r="http://schemas.openxmlformats.org/officeDocument/2006/relationships" id="271" r:id="R168cb3d896c34849"/>
    <p:sldId xmlns:r="http://schemas.openxmlformats.org/officeDocument/2006/relationships" id="272" r:id="R983153ac19584590"/>
    <p:sldId xmlns:r="http://schemas.openxmlformats.org/officeDocument/2006/relationships" id="273" r:id="Rf982d532d6674b7f"/>
    <p:sldId xmlns:r="http://schemas.openxmlformats.org/officeDocument/2006/relationships" id="274" r:id="Rb54ccf68c97445a8"/>
    <p:sldId xmlns:r="http://schemas.openxmlformats.org/officeDocument/2006/relationships" id="275" r:id="Rfe68cd71ff294a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b796da7d34d1e" /><Relationship Type="http://schemas.openxmlformats.org/officeDocument/2006/relationships/slideMaster" Target="/ppt/slideMasters/slideMaster1.xml" Id="Rdd8448b0bdc84a5c" /><Relationship Type="http://schemas.openxmlformats.org/officeDocument/2006/relationships/slideMaster" Target="/ppt/slideMasters/slideMaster2.xml" Id="R1d6b495a072a4cb0" /><Relationship Type="http://schemas.openxmlformats.org/officeDocument/2006/relationships/notesMaster" Target="/ppt/notesMasters/notesMaster1.xml" Id="Rc15d7afe62434f3b" /><Relationship Type="http://schemas.openxmlformats.org/officeDocument/2006/relationships/presProps" Target="/ppt/presProps.xml" Id="Rd25d3531cf624d9f" /><Relationship Type="http://schemas.openxmlformats.org/officeDocument/2006/relationships/viewProps" Target="/ppt/viewProps.xml" Id="R89af8e001c784a59" /><Relationship Type="http://schemas.openxmlformats.org/officeDocument/2006/relationships/tableStyles" Target="/ppt/tableStyles.xml" Id="Rf5762c77c2ad48bd" /><Relationship Type="http://schemas.openxmlformats.org/officeDocument/2006/relationships/slide" Target="/ppt/slides/slide1.xml" Id="Rd655808875c24557" /><Relationship Type="http://schemas.openxmlformats.org/officeDocument/2006/relationships/slide" Target="/ppt/slides/slide2.xml" Id="R948b9a0839164272" /><Relationship Type="http://schemas.openxmlformats.org/officeDocument/2006/relationships/slide" Target="/ppt/slides/slide3.xml" Id="R38b18f250a444196" /><Relationship Type="http://schemas.openxmlformats.org/officeDocument/2006/relationships/slide" Target="/ppt/slides/slide4.xml" Id="R174b1da3f91f48b0" /><Relationship Type="http://schemas.openxmlformats.org/officeDocument/2006/relationships/slide" Target="/ppt/slides/slide5.xml" Id="R304daeb553214439" /><Relationship Type="http://schemas.openxmlformats.org/officeDocument/2006/relationships/slide" Target="/ppt/slides/slide6.xml" Id="R6e4768e284914903" /><Relationship Type="http://schemas.openxmlformats.org/officeDocument/2006/relationships/slide" Target="/ppt/slides/slide7.xml" Id="Rbd34ba2f785341c0" /><Relationship Type="http://schemas.openxmlformats.org/officeDocument/2006/relationships/slide" Target="/ppt/slides/slide8.xml" Id="Rc94f3a7f9be04763" /><Relationship Type="http://schemas.openxmlformats.org/officeDocument/2006/relationships/slide" Target="/ppt/slides/slide9.xml" Id="Rd7a96451c6f04c09" /><Relationship Type="http://schemas.openxmlformats.org/officeDocument/2006/relationships/slide" Target="/ppt/slides/slide10.xml" Id="R30d7770ed77744a1" /><Relationship Type="http://schemas.openxmlformats.org/officeDocument/2006/relationships/slide" Target="/ppt/slides/slide11.xml" Id="R411b0ef6e0d74755" /><Relationship Type="http://schemas.openxmlformats.org/officeDocument/2006/relationships/slide" Target="/ppt/slides/slide12.xml" Id="R0de47b6d39f14cd2" /><Relationship Type="http://schemas.openxmlformats.org/officeDocument/2006/relationships/slide" Target="/ppt/slides/slide13.xml" Id="Ra9e5b6992ac645a2" /><Relationship Type="http://schemas.openxmlformats.org/officeDocument/2006/relationships/slide" Target="/ppt/slides/slide14.xml" Id="R09642e5b5537429b" /><Relationship Type="http://schemas.openxmlformats.org/officeDocument/2006/relationships/slide" Target="/ppt/slides/slide15.xml" Id="R417ef020b67b421a" /><Relationship Type="http://schemas.openxmlformats.org/officeDocument/2006/relationships/slide" Target="/ppt/slides/slide16.xml" Id="R168cb3d896c34849" /><Relationship Type="http://schemas.openxmlformats.org/officeDocument/2006/relationships/slide" Target="/ppt/slides/slide17.xml" Id="R983153ac19584590" /><Relationship Type="http://schemas.openxmlformats.org/officeDocument/2006/relationships/slide" Target="/ppt/slides/slide18.xml" Id="Rf982d532d6674b7f" /><Relationship Type="http://schemas.openxmlformats.org/officeDocument/2006/relationships/slide" Target="/ppt/slides/slide19.xml" Id="Rb54ccf68c97445a8" /><Relationship Type="http://schemas.openxmlformats.org/officeDocument/2006/relationships/slide" Target="/ppt/slides/slide20.xml" Id="Rfe68cd71ff294a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9324057809e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63150c21824c36" /><Relationship Type="http://schemas.openxmlformats.org/officeDocument/2006/relationships/notesMaster" Target="/ppt/notesMasters/notesMaster1.xml" Id="Rfd674f7e676c42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a4b3d2565e4b84" /><Relationship Type="http://schemas.openxmlformats.org/officeDocument/2006/relationships/notesMaster" Target="/ppt/notesMasters/notesMaster1.xml" Id="Rf96a199b35e646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c3bd7e63d44598" /><Relationship Type="http://schemas.openxmlformats.org/officeDocument/2006/relationships/notesMaster" Target="/ppt/notesMasters/notesMaster1.xml" Id="R5487dd1fccc449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c17ec9d2ca4d80" /><Relationship Type="http://schemas.openxmlformats.org/officeDocument/2006/relationships/notesMaster" Target="/ppt/notesMasters/notesMaster1.xml" Id="R7cd5a0d9261148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fcee316f50437c" /><Relationship Type="http://schemas.openxmlformats.org/officeDocument/2006/relationships/notesMaster" Target="/ppt/notesMasters/notesMaster1.xml" Id="Ree6021f573e24c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9381030e2a481c" /><Relationship Type="http://schemas.openxmlformats.org/officeDocument/2006/relationships/notesMaster" Target="/ppt/notesMasters/notesMaster1.xml" Id="R86efdfc7a53f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d8500d2ba546ba" /><Relationship Type="http://schemas.openxmlformats.org/officeDocument/2006/relationships/notesMaster" Target="/ppt/notesMasters/notesMaster1.xml" Id="R775ce97c1ba44d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ed825a4d8b42a4" /><Relationship Type="http://schemas.openxmlformats.org/officeDocument/2006/relationships/notesMaster" Target="/ppt/notesMasters/notesMaster1.xml" Id="R5a9d715dd7854b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f8b8aa3ab84953" /><Relationship Type="http://schemas.openxmlformats.org/officeDocument/2006/relationships/notesMaster" Target="/ppt/notesMasters/notesMaster1.xml" Id="R8a5e959dc06843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527f281d314b79" /><Relationship Type="http://schemas.openxmlformats.org/officeDocument/2006/relationships/notesMaster" Target="/ppt/notesMasters/notesMaster1.xml" Id="R1a1b0ff7b79e49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3d8a2d77a04167" /><Relationship Type="http://schemas.openxmlformats.org/officeDocument/2006/relationships/notesMaster" Target="/ppt/notesMasters/notesMaster1.xml" Id="Rc5cf130e192045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c5b38a33e94190" /><Relationship Type="http://schemas.openxmlformats.org/officeDocument/2006/relationships/notesMaster" Target="/ppt/notesMasters/notesMaster1.xml" Id="Recb9daccc38a49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8ea17da5084fc5" /><Relationship Type="http://schemas.openxmlformats.org/officeDocument/2006/relationships/notesMaster" Target="/ppt/notesMasters/notesMaster1.xml" Id="Rd774ecf520a948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6009bfa3ad4930" /><Relationship Type="http://schemas.openxmlformats.org/officeDocument/2006/relationships/notesMaster" Target="/ppt/notesMasters/notesMaster1.xml" Id="Re0d508483e2d48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76a7172d174ddb" /><Relationship Type="http://schemas.openxmlformats.org/officeDocument/2006/relationships/notesMaster" Target="/ppt/notesMasters/notesMaster1.xml" Id="Re9e4ee94ca0345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d94db264624e6b" /><Relationship Type="http://schemas.openxmlformats.org/officeDocument/2006/relationships/notesMaster" Target="/ppt/notesMasters/notesMaster1.xml" Id="R6fc16e52bc634a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717723f8994bf2" /><Relationship Type="http://schemas.openxmlformats.org/officeDocument/2006/relationships/notesMaster" Target="/ppt/notesMasters/notesMaster1.xml" Id="R91ef4be2f71547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671df706cf4fa2" /><Relationship Type="http://schemas.openxmlformats.org/officeDocument/2006/relationships/notesMaster" Target="/ppt/notesMasters/notesMaster1.xml" Id="R51d162ebc0db4f8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359289a8ac4260" /><Relationship Type="http://schemas.openxmlformats.org/officeDocument/2006/relationships/notesMaster" Target="/ppt/notesMasters/notesMaster1.xml" Id="R3a7ce01b2ac44f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961712879a4e56" /><Relationship Type="http://schemas.openxmlformats.org/officeDocument/2006/relationships/notesMaster" Target="/ppt/notesMasters/notesMaster1.xml" Id="Rb1e0b4be517b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汇报讲稿：数据库正在直接触发生成、嵌入和多模态分析。本课题研究这些数据进入模型服务前，如何被组织、估计和调度。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算子已经进入数据库工作流”。先陈述现象或设计，再用底部结论收束并转入下一页。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https://docs.snowflake.com/en/user-guide/snowflake-cortex/aisql</a:t>
            </a:r>
          </a:p>
          <a:p xmlns:a="http://schemas.openxmlformats.org/drawingml/2006/main">
            <a:pPr>
              <a:buNone/>
              <a:defRPr sz="1000" b="0"/>
            </a:pPr>
            <a:r>
              <a:t>- https://cloud.google.com/bigquery/docs/generate-text</a:t>
            </a:r>
          </a:p>
          <a:p xmlns:a="http://schemas.openxmlformats.org/drawingml/2006/main">
            <a:pPr>
              <a:buNone/>
              <a:defRPr sz="1000" b="0"/>
            </a:pPr>
            <a:r>
              <a:t>- https://docs.oracle.com/en/database/oracle/oracle-database/23/vecse/vector_embedding.html</a:t>
            </a:r>
          </a:p>
          <a:p xmlns:a="http://schemas.openxmlformats.org/drawingml/2006/main">
            <a:pPr>
              <a:buNone/>
              <a:defRPr sz="1000" b="0"/>
            </a:pPr>
            <a:r>
              <a:t>- https://github.com/timescale/pgai</a:t>
            </a:r>
          </a:p>
          <a:p xmlns:a="http://schemas.openxmlformats.org/drawingml/2006/main">
            <a:pPr>
              <a:buNone/>
              <a:defRPr sz="1000" b="0"/>
            </a:pPr>
            <a:r>
              <a:t>- https://github.com/pgvector/pgvector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算子形成新的外部执行链路”。先陈述现象或设计，再用底部结论收束并转入下一页。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汇报讲稿：本页回答“代表工作推进了相邻层”。先陈述现象或设计，再用底部结论收束并转入下一页。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opening/literature/reading_list.md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opening/report/opening_report.md#2-国内外研究现状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Data Infra 仍缺少上游执行闭环”。先陈述现象或设计，再用底部结论收束并转入下一页。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figures/opening_figure_set/main_png/P05_研究空白_AI数据执行层.png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opening/claim_matrix.md#1-冻结题目与系统抽象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汇报讲稿：先看左侧：统一数据库端到端合同下，三条静态路径接近，说明静态基线很强。再看右侧：同一 Chat 任务却落入过量排队或欠供给。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experiments/results/opening_database_e2e_text_refeed_20260808/README.md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experiments/results/opening_text_native_single_job_formal_20260808/README.md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汇报讲稿：这一页按 work、state、capacity 三层讲。行数隐藏工作量，配置上限不是运行状态，继续增压也不等于有效供给。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experiments/results/local_vllm_qwen15b_baseline/sharegpt_burstgpt_token_budget_vs_fixed_timeout300_20260719.csv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experiments/results/dual_gpu_slo_ewma_flush_formal_20260729/README.md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experiments/results/dual_gpu_active_work_saturation_20260729/README.md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汇报讲稿：本页回答“图像把 work 扩展为多阶段”。先陈述现象或设计，再用底部结论收束并转入下一页。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motivation/results/gpu/image_clip_preprocess_variants_20260801/README.md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motivation/results/gpu/image_clip_transfer_ceiling_20260803/README.md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汇报讲稿：本页回答“四 Job 并发同时影响 Short 与 Long”。先陈述现象或设计，再用底部结论收束并转入下一页。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experiments/results/opening_fourjob_interference_20260809/README.md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汇报讲稿：四项设计要求权重相同；它们在系统结构上仍归入两项研究内容，代价估计是共同输入。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数据执行层形成反馈闭环”。先陈述现象或设计，再用底部结论收束并转入下一页。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figures/opening_figure_set/main_png/P11_系统架构_数据组织与状态调度闭环.png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opening/report/opening_report.md#4-研究内容与技术路线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汇报讲稿：本页回答“WorkDescriptor 连接组织与调度”。先陈述现象或设计，再用底部结论收束并转入下一页。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figures/opening_figure_set/main_png/P12_研究内容一_WorkUnit与数据组织.png</a:t>
            </a:r>
          </a:p>
          <a:p xmlns:a="http://schemas.openxmlformats.org/drawingml/2006/main">
            <a:pPr>
              <a:buNone/>
              <a:defRPr sz="1000" b="0"/>
            </a:pPr>
            <a:r>
              <a:t>- code/src/planning/work.py</a:t>
            </a:r>
          </a:p>
          <a:p xmlns:a="http://schemas.openxmlformats.org/drawingml/2006/main">
            <a:pPr>
              <a:buNone/>
              <a:defRPr sz="1000" b="0"/>
            </a:pPr>
            <a:r>
              <a:t>- code/src/modalities/image/contracts.py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汇报讲稿：本页回答“数据组织没有全局最优”。先陈述现象或设计，再用底部结论收束并转入下一页。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experiments/results/rc1_data_organization/README.md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汇报讲稿：本页回答“总容量固定，份额随活跃集调整”。先陈述现象或设计，再用底部结论收束并转入下一页。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figures/opening_figure_set/main_png/P14_研究内容二_状态感知提交与多作业调度.png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opening/claim_matrix.md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opening/report/opening_report.md#42-研究内容二容量感知的提交路由与多作业调度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汇报讲稿：先强调 full/quarter 只是控制额度损失，真正方法比较是同上限 static 与 shared。总效率提高不代表每个作业都改善。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experiments/results/opening_fourjob_interference_20260809/README.md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汇报讲稿：左侧回答是否排对配置，右侧展示 20 个场景的损失分布。中位数为零并不代表所有场景安全，因此保留最坏损失门。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experiments/results/operator_cost_profile_dual4090_formal_v2_cache_on_20260807/README.md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汇报讲稿：本页回答“图像 baseline 分层解释能力边界”。先陈述现象或设计，再用底部结论收束并转入下一页。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experiments/results/image_ai_embed_operator_formal_20260803/README.md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feasibility/results/vllm_clip_pooling_gate_20260804/README.md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汇报讲稿：本页回答“图像四 Job 重现任务级干扰”。先陈述现象或设计，再用底部结论收束并转入下一页。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experiments/results/opening_image_native_fourjob_formal_20260810/README.md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experiments/results/opening_image_project_fourjob_observe_only_formal_20260810/README.md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汇报讲稿：本页回答“研究基础支撑后续逐层验证”。先陈述现象或设计，再用底部结论收束并转入下一页。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figures/opening_figure_set/main_png/P19_研究基础与后续工作计划.png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opening/opening_defense_outline_20260808.md#第-19-页主实验用同上限强静态-ab-逐层验证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汇报讲稿：回到 AI-Native Data Infra：本课题不覆盖全部平台，而是把数据库任务到模型服务之间这一段做成可估计、可感知、可调度的闭环。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opening/report/opening_report.md#7-预期成果创新点与风险控制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111c9b13148f5" /><Relationship Type="http://schemas.openxmlformats.org/officeDocument/2006/relationships/image" Target="/ppt/media/image.jpeg" Id="R03b708a7fd924e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cbc71de9e42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1415beb7e4d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e60c14fe14098" /><Relationship Type="http://schemas.openxmlformats.org/officeDocument/2006/relationships/image" Target="/ppt/media/image.jpeg" Id="Raeb7dc7e61c547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5b3e518c9044e1" /><Relationship Type="http://schemas.openxmlformats.org/officeDocument/2006/relationships/image" Target="/ppt/media/image.jpeg" Id="Rc925ab26e8974b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371ad8d6644f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929f71ba8d42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575407c9b14d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a27c0718944e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6ed54030c34e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63cc1e6cb6472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e857b5b074473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b3645a62824b5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202ed3af6540e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540de8780d4dac" /></Relationships>
</file>

<file path=ppt/slideLayouts/slideLayout1.xml><?xml version="1.0" encoding="utf-8"?>
<p:sldLayout xmlns:p="http://schemas.openxmlformats.org/presentationml/2006/main" showMasterSp="0" preserve="1" userDrawn="1">
  <p:cSld name="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708a7fd924e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BFCB351-E1E5-4857-9445-3C0938C5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217" y="3589339"/>
            <a:ext cx="11590867" cy="55563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FF33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5396EB-6B5E-4A6F-B478-35E72A8237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C4896E42-C145-4209-AA23-4AA296C08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DC08F10-CCB9-4E21-87D7-D74E373944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B1F4432-B30A-462E-8D67-33077B3006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59F0B66-D1AF-4A08-ABE6-E1122E698F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E8F414-7BA4-4BF8-AFEE-BEC3D900B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978FBC1-3301-4187-9427-B5E11983A7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AC307AF-C397-4291-9A22-DD32417AB4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558658-CCB1-4F60-98BD-4838F22D8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25C85B-E07E-4390-A16E-34452EE981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43E4D85-0484-407D-8582-968BEDCAC2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64F251F-C5D2-452F-A52A-D78EA876A8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1AE8EE0-1B8E-4F47-93D8-58FD13E682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1_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7dc7e61c5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5691E9-F4EA-49AE-B257-DDA09514C3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E6E750B8-5300-44F9-B2CB-A4CAC0D24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81627F1-C389-4129-B0F0-F386468EEF2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A06EBC2-E106-439B-8564-7FC0E76EF64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A2BAB78-F595-4061-9820-78391D2EB9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27FA0B-9E1A-4CCB-AF4D-5B95961855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A689A8-1720-4772-B72D-B573F05D4A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74C0D3-234D-4165-8DA2-BDA366DB87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5FBC53-D111-4236-AA0A-EB7EEB2D37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EF34C-1495-4DDF-857A-BC64FC9730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5ab26e8974b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38D315-DA65-4C0E-903A-3A828C9FB3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5488FA-5B33-4A38-95B6-6C9159C81B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4FD035-A86F-4BA6-9499-791955F123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2B70F1-32F4-4098-8E92-E540C38394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5C0CD3-EFA9-46BA-8C0C-D3A86EB53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F04735-E317-4806-B340-875DB62D3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A0A3F6-8D14-4DD8-9387-4AE9AE0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9D59F9-9532-427F-A3AF-EB14DD114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CE9946-F695-48A3-AC96-8F216112CA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DA36B2-3892-4AD0-84EF-27160EE7E4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9C4990-7FFA-4FFA-A898-5B3491D0A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A59B69-4A06-4F97-8C03-72F937828F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012650A-727E-4C39-AC4B-06EC352BA57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8498CA-14FB-4D41-B667-B7B8DE854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44C0DD-838F-46F1-8AC0-2498F17E3A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E4911C-F768-46E7-A02A-68797E79B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16AE5-85AF-4400-A74B-D3A0C1E37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CD81E9-85A8-479E-8F28-CFE62DB58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D76929C-7E8E-40FB-9326-7F0588B867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F8B5BF1-12D3-4129-A0E6-0F328166A59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6F46ABD-A08D-41D5-9552-0B1AFC420B9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B5BD36-AD68-4DC5-8E57-FA833F3A80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58F38D4-8BEE-4DAC-A7B4-88C89DCC4C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06BEE58-5D48-4A09-8577-0BE1B1A7AA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F9BC95-4DE0-4F44-9294-D8734B721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AA0FAD8-064B-45BA-9FFA-A9457CAC21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61278B-67F3-48A3-AEE2-0742DC710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007B669-97AC-4D90-99FE-F7CEB7A9DE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37F2E03-2251-42D3-AEA1-54F5551F86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3EFA2BD-CD98-41E2-8B33-38B618D1C6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7A03B3-1209-45F9-8C9D-748285B88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D9A6B6-8A53-4A13-9CD7-EDB1A7C16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FA1B11-773C-4DD3-9AEE-79F4AB2F56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927460-D7AB-4E56-8C59-E85D351534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22737D-FD8F-4520-B20F-E1ED680E13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47B796-312D-40EB-BC85-9E366575CB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5EFE053-4978-4297-B653-5B991F47DF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761ED9-6B18-4990-A7CE-7572FE985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6C63169-5F70-45DC-9B57-690C6BAB92D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1A210E-1950-446A-9319-C8F3D8C6F8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62922A6-D77C-4E48-B06C-27DF1A6C3B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14C8B34-6CFC-4ABB-A2D1-B1842F915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46DE8F-7D6C-490E-AB13-BAB85D5A14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43362B-E29C-4569-872A-A8B356E95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081B1E-D1D9-49D5-8B01-2C1295CEF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6EE62D-9C79-4D6E-92D1-9BBBC892AD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A6E86F-8723-4D65-ABE8-1FC91DA80F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B2FCA-2181-4825-8D76-AFC748B07E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4EC4236-CB14-46A8-941E-CF92531CA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0C4FF8-22FF-4F2C-9439-96095B7CB6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698874-6169-43A2-A9CD-425C96E972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DA4207-8CB3-4CC3-B2A1-993ED5343A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0BC3CF-B20B-41DC-B8B7-E402367454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b3e4a043911e40fa" /><Relationship Type="http://schemas.openxmlformats.org/officeDocument/2006/relationships/theme" Target="/ppt/slideMasters/theme/theme2.xml" Id="R9dacfafe04c647c2" /><Relationship Type="http://schemas.openxmlformats.org/officeDocument/2006/relationships/slideLayout" Target="/ppt/slideLayouts/slideLayout1.xml" Id="R7a07e8cdc2ab40f2" /><Relationship Type="http://schemas.openxmlformats.org/officeDocument/2006/relationships/slideLayout" Target="/ppt/slideLayouts/slideLayout2.xml" Id="Rbd94f8b665a54758" /><Relationship Type="http://schemas.openxmlformats.org/officeDocument/2006/relationships/slideLayout" Target="/ppt/slideLayouts/slideLayout3.xml" Id="R9c6773e76da64dd2" /><Relationship Type="http://schemas.openxmlformats.org/officeDocument/2006/relationships/slideLayout" Target="/ppt/slideLayouts/slideLayout4.xml" Id="Rb7ce02ce0c854b0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jpeg" Id="R4ac25cf3ef1c48c5" /><Relationship Type="http://schemas.openxmlformats.org/officeDocument/2006/relationships/theme" Target="/ppt/slideMasters/theme/theme3.xml" Id="Rfccd9cb0b20b4635" /><Relationship Type="http://schemas.openxmlformats.org/officeDocument/2006/relationships/slideLayout" Target="/ppt/slideLayouts/slideLayout5.xml" Id="R0b5515b1088643ce" /><Relationship Type="http://schemas.openxmlformats.org/officeDocument/2006/relationships/slideLayout" Target="/ppt/slideLayouts/slideLayout6.xml" Id="Rb3d2e5dbda274bf9" /><Relationship Type="http://schemas.openxmlformats.org/officeDocument/2006/relationships/slideLayout" Target="/ppt/slideLayouts/slideLayout7.xml" Id="R63985c2401234ee7" /><Relationship Type="http://schemas.openxmlformats.org/officeDocument/2006/relationships/slideLayout" Target="/ppt/slideLayouts/slideLayout8.xml" Id="Re68fef22c2b4446e" /><Relationship Type="http://schemas.openxmlformats.org/officeDocument/2006/relationships/slideLayout" Target="/ppt/slideLayouts/slideLayout9.xml" Id="R9965c77987b5450c" /><Relationship Type="http://schemas.openxmlformats.org/officeDocument/2006/relationships/slideLayout" Target="/ppt/slideLayouts/slideLayout10.xml" Id="Rbeab0bc0b2724ee2" /><Relationship Type="http://schemas.openxmlformats.org/officeDocument/2006/relationships/slideLayout" Target="/ppt/slideLayouts/slideLayout11.xml" Id="R846807ae924e4d75" /><Relationship Type="http://schemas.openxmlformats.org/officeDocument/2006/relationships/slideLayout" Target="/ppt/slideLayouts/slideLayout12.xml" Id="R9b290dcb7641499f" /><Relationship Type="http://schemas.openxmlformats.org/officeDocument/2006/relationships/slideLayout" Target="/ppt/slideLayouts/slideLayout13.xml" Id="Re5bea50d39ea4a02" /><Relationship Type="http://schemas.openxmlformats.org/officeDocument/2006/relationships/slideLayout" Target="/ppt/slideLayouts/slideLayout14.xml" Id="R095c4fd146f444e9" /><Relationship Type="http://schemas.openxmlformats.org/officeDocument/2006/relationships/slideLayout" Target="/ppt/slideLayouts/slideLayout15.xml" Id="R6dba9ac03a7748b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17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4a043911e40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517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36B2E5C-1652-4330-BE5D-C605052BF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36613"/>
            <a:ext cx="109728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模板</a:t>
            </a:r>
            <a:r>
              <a:t>Chapter</a:t>
            </a:r>
            <a:endParaRPr/>
          </a:p>
        </p:txBody>
      </p:sp>
      <p:sp>
        <p:nvSpPr>
          <p:cNvPr id="10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40B016-DD5A-425A-A1F9-2D18FC436F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916113"/>
            <a:ext cx="109728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第一级</a:t>
            </a:r>
            <a:r>
              <a:t>abcd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r>
              <a:t>adb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r>
              <a:t>kljaskf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3517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7CEC0C-A984-4F84-882D-3A78936949B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8C509B-C574-4FEA-BF2C-66B1F24F3A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6BCBE3-75BE-4518-80F3-1940570A17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88F4C6F-E3B2-432F-ADEC-BC45D61A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07e8cdc2ab40f2"/>
    <p:sldLayoutId xmlns:r="http://schemas.openxmlformats.org/officeDocument/2006/relationships" id="2147483650" r:id="Rbd94f8b665a54758"/>
    <p:sldLayoutId xmlns:r="http://schemas.openxmlformats.org/officeDocument/2006/relationships" id="2147483651" r:id="R9c6773e76da64dd2"/>
    <p:sldLayoutId xmlns:r="http://schemas.openxmlformats.org/officeDocument/2006/relationships" id="2147483652" r:id="Rb7ce02ce0c854b01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0" kern="12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/>
        <a:buChar char="ª"/>
        <a:defRPr sz="3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/>
        <a:buChar char="Ø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lr>
          <a:srgbClr val="FF0000"/>
        </a:buClr>
        <a:buChar char="•"/>
        <a:defRPr sz="2400" b="1" kern="1200">
          <a:solidFill>
            <a:schemeClr val="tx1"/>
          </a:solidFill>
          <a:latin typeface="Comic Sans MS"/>
          <a:ea typeface="Comic Sans MS"/>
          <a:cs typeface="Comic Sans MS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A00C0D9-D0DC-4EF7-AECF-FC7B016A6F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E4D2F9-C16A-4014-BC87-F5BA7A039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B05990-3FB7-4F07-86FE-7927121C527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9A19BD-E6E4-4346-9E0A-939132F26A7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0640C9-F3FE-49C4-B594-ECB131BA99A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25cf3ef1c48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F881C27-4B2A-4F53-9727-86CCDC0D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0b5515b1088643ce"/>
    <p:sldLayoutId xmlns:r="http://schemas.openxmlformats.org/officeDocument/2006/relationships" id="2147483655" r:id="Rb3d2e5dbda274bf9"/>
    <p:sldLayoutId xmlns:r="http://schemas.openxmlformats.org/officeDocument/2006/relationships" id="2147483656" r:id="R63985c2401234ee7"/>
    <p:sldLayoutId xmlns:r="http://schemas.openxmlformats.org/officeDocument/2006/relationships" id="2147483657" r:id="Re68fef22c2b4446e"/>
    <p:sldLayoutId xmlns:r="http://schemas.openxmlformats.org/officeDocument/2006/relationships" id="2147483658" r:id="R9965c77987b5450c"/>
    <p:sldLayoutId xmlns:r="http://schemas.openxmlformats.org/officeDocument/2006/relationships" id="2147483659" r:id="Rbeab0bc0b2724ee2"/>
    <p:sldLayoutId xmlns:r="http://schemas.openxmlformats.org/officeDocument/2006/relationships" id="2147483660" r:id="R846807ae924e4d75"/>
    <p:sldLayoutId xmlns:r="http://schemas.openxmlformats.org/officeDocument/2006/relationships" id="2147483661" r:id="R9b290dcb7641499f"/>
    <p:sldLayoutId xmlns:r="http://schemas.openxmlformats.org/officeDocument/2006/relationships" id="2147483662" r:id="Re5bea50d39ea4a02"/>
    <p:sldLayoutId xmlns:r="http://schemas.openxmlformats.org/officeDocument/2006/relationships" id="2147483663" r:id="R095c4fd146f444e9"/>
    <p:sldLayoutId xmlns:r="http://schemas.openxmlformats.org/officeDocument/2006/relationships" id="2147483664" r:id="R6dba9ac03a7748bd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f9fa74ced49c7" /><Relationship Type="http://schemas.openxmlformats.org/officeDocument/2006/relationships/notesSlide" Target="/ppt/notesSlides/notesSlide1.xml" Id="Rbb1579608f10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65257ae7434b74" /><Relationship Type="http://schemas.openxmlformats.org/officeDocument/2006/relationships/image" Target="/ppt/media/image.png" Id="R3bab1c192df34207" /><Relationship Type="http://schemas.openxmlformats.org/officeDocument/2006/relationships/notesSlide" Target="/ppt/notesSlides/notesSlide2.xml" Id="Rf78639d21c9a47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dc30c6e9aaf4aee" /><Relationship Type="http://schemas.openxmlformats.org/officeDocument/2006/relationships/image" Target="/ppt/media/image2.png" Id="Ra463ee800f504bd0" /><Relationship Type="http://schemas.openxmlformats.org/officeDocument/2006/relationships/notesSlide" Target="/ppt/notesSlides/notesSlide3.xml" Id="Re030d6aa51c843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b29408e0934458" /><Relationship Type="http://schemas.openxmlformats.org/officeDocument/2006/relationships/image" Target="/ppt/media/image3.png" Id="Rab9668f73aa845a6" /><Relationship Type="http://schemas.openxmlformats.org/officeDocument/2006/relationships/notesSlide" Target="/ppt/notesSlides/notesSlide4.xml" Id="R506b26361dfb4f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99987f59f54847" /><Relationship Type="http://schemas.openxmlformats.org/officeDocument/2006/relationships/image" Target="/ppt/media/image4.png" Id="Rf1eb7723efba4b0c" /><Relationship Type="http://schemas.openxmlformats.org/officeDocument/2006/relationships/notesSlide" Target="/ppt/notesSlides/notesSlide5.xml" Id="Rb8be4c3caaf643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f727e767144121" /><Relationship Type="http://schemas.openxmlformats.org/officeDocument/2006/relationships/image" Target="/ppt/media/image5.png" Id="R6e0dfb3f934645a5" /><Relationship Type="http://schemas.openxmlformats.org/officeDocument/2006/relationships/notesSlide" Target="/ppt/notesSlides/notesSlide6.xml" Id="Rfffeb1378fb84f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b50c2a5316451d" /><Relationship Type="http://schemas.openxmlformats.org/officeDocument/2006/relationships/image" Target="/ppt/media/image6.png" Id="Rbbdc4977ae6d42c1" /><Relationship Type="http://schemas.openxmlformats.org/officeDocument/2006/relationships/notesSlide" Target="/ppt/notesSlides/notesSlide7.xml" Id="Rc17a9da2624c4b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3aee05689b41ef" /><Relationship Type="http://schemas.openxmlformats.org/officeDocument/2006/relationships/image" Target="/ppt/media/image7.png" Id="R5956df8cd9be4aab" /><Relationship Type="http://schemas.openxmlformats.org/officeDocument/2006/relationships/notesSlide" Target="/ppt/notesSlides/notesSlide8.xml" Id="R0d2d1cfc5b0243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a5dcc5c8964fea" /><Relationship Type="http://schemas.openxmlformats.org/officeDocument/2006/relationships/image" Target="/ppt/media/image8.png" Id="R02f00f6bc29f49fb" /><Relationship Type="http://schemas.openxmlformats.org/officeDocument/2006/relationships/notesSlide" Target="/ppt/notesSlides/notesSlide9.xml" Id="R62b679fb543046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9920bda3924623" /><Relationship Type="http://schemas.openxmlformats.org/officeDocument/2006/relationships/notesSlide" Target="/ppt/notesSlides/notesSlide10.xml" Id="R6598a8340a5c4b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f93389f24b48eb" /><Relationship Type="http://schemas.openxmlformats.org/officeDocument/2006/relationships/image" Target="/ppt/media/image9.png" Id="R26ee1c95fdae4a9f" /><Relationship Type="http://schemas.openxmlformats.org/officeDocument/2006/relationships/notesSlide" Target="/ppt/notesSlides/notesSlide11.xml" Id="R8156928bea824e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cbd9bab8a14671" /><Relationship Type="http://schemas.openxmlformats.org/officeDocument/2006/relationships/image" Target="/ppt/media/image10.png" Id="R39f7f71dad254b2f" /><Relationship Type="http://schemas.openxmlformats.org/officeDocument/2006/relationships/notesSlide" Target="/ppt/notesSlides/notesSlide12.xml" Id="R26853e2ce1a043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7786dfa23d4461" /><Relationship Type="http://schemas.openxmlformats.org/officeDocument/2006/relationships/image" Target="/ppt/media/image11.png" Id="Rf642e2d562b84ed2" /><Relationship Type="http://schemas.openxmlformats.org/officeDocument/2006/relationships/notesSlide" Target="/ppt/notesSlides/notesSlide13.xml" Id="R1c046ffbdfc34a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9c10e9df7d4fb4" /><Relationship Type="http://schemas.openxmlformats.org/officeDocument/2006/relationships/image" Target="/ppt/media/image12.png" Id="Rb8d2c808f03f4ca5" /><Relationship Type="http://schemas.openxmlformats.org/officeDocument/2006/relationships/notesSlide" Target="/ppt/notesSlides/notesSlide14.xml" Id="Rda6abe2a1f1a4f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c3db98b61a4478" /><Relationship Type="http://schemas.openxmlformats.org/officeDocument/2006/relationships/image" Target="/ppt/media/image13.png" Id="R62b0644f98104639" /><Relationship Type="http://schemas.openxmlformats.org/officeDocument/2006/relationships/notesSlide" Target="/ppt/notesSlides/notesSlide15.xml" Id="Rc2efd2ff57a941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5953006a5149c8" /><Relationship Type="http://schemas.openxmlformats.org/officeDocument/2006/relationships/image" Target="/ppt/media/image14.png" Id="R63ff421c606749ac" /><Relationship Type="http://schemas.openxmlformats.org/officeDocument/2006/relationships/notesSlide" Target="/ppt/notesSlides/notesSlide16.xml" Id="Rda3b87c75a5441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835acbc8d74b44" /><Relationship Type="http://schemas.openxmlformats.org/officeDocument/2006/relationships/image" Target="/ppt/media/image15.png" Id="R8b0f433c81bf4faa" /><Relationship Type="http://schemas.openxmlformats.org/officeDocument/2006/relationships/notesSlide" Target="/ppt/notesSlides/notesSlide17.xml" Id="Rfb0fdcc4da8147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757c4c152f45cb" /><Relationship Type="http://schemas.openxmlformats.org/officeDocument/2006/relationships/image" Target="/ppt/media/image16.png" Id="R87a004777cc44819" /><Relationship Type="http://schemas.openxmlformats.org/officeDocument/2006/relationships/notesSlide" Target="/ppt/notesSlides/notesSlide18.xml" Id="Rf17b5235426345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e20ae13f9f4904" /><Relationship Type="http://schemas.openxmlformats.org/officeDocument/2006/relationships/image" Target="/ppt/media/image17.png" Id="Rb08a29b08f624cc7" /><Relationship Type="http://schemas.openxmlformats.org/officeDocument/2006/relationships/notesSlide" Target="/ppt/notesSlides/notesSlide19.xml" Id="Rcd11527973d24d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52a2eb55d2441d8" /><Relationship Type="http://schemas.openxmlformats.org/officeDocument/2006/relationships/notesSlide" Target="/ppt/notesSlides/notesSlide20.xml" Id="R018aa05e6f9548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15024799-1CC6-4588-B14E-AB4E7BFE3B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12899" y="3788918"/>
            <a:ext cx="8412480" cy="365760"/>
          </a:xfrm>
        </p:spPr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526078"/>
                </a:solidFill>
                <a:latin typeface="微软雅黑"/>
                <a:ea typeface="微软雅黑"/>
                <a:cs typeface="微软雅黑"/>
              </a:rPr>
              <a:t>面向 AI Data Execution Layer 的 work-unit 构造与状态感知调度</a:t>
            </a:r>
            <a:endParaRPr sz="1400">
              <a:solidFill>
                <a:srgbClr val="6B7280"/>
              </a:solidFill>
            </a:endParaRP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F99C8C-491B-475B-A051-891BF4EAC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060" y="2492375"/>
            <a:ext cx="10469880" cy="1005840"/>
          </a:xfrm>
        </p:spPr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数据库 AI 负载的执行优化与调度研究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630EE88-CC36-4843-B533-311D07D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320" y="4220845"/>
            <a:ext cx="8595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报告人：____________    指导老师：____________</a:t>
            </a:r>
            <a:endParaRPr sz="16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106027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算子已经进入数据库工作流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b1c192df34207"/>
          <a:stretch xmlns:a="http://schemas.openxmlformats.org/drawingml/2006/main"/>
        </p:blipFill>
        <p:spPr>
          <a:xfrm xmlns:a="http://schemas.openxmlformats.org/drawingml/2006/main">
            <a:off x="1524000" y="169545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算子形成新的外部执行链路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3ee800f504bd0"/>
          <a:stretch xmlns:a="http://schemas.openxmlformats.org/drawingml/2006/main"/>
        </p:blipFill>
        <p:spPr>
          <a:xfrm xmlns:a="http://schemas.openxmlformats.org/drawingml/2006/main">
            <a:off x="1524000" y="169545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代表工作推进了相邻层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668f73aa845a6"/>
          <a:stretch xmlns:a="http://schemas.openxmlformats.org/drawingml/2006/main"/>
        </p:blipFill>
        <p:spPr>
          <a:xfrm xmlns:a="http://schemas.openxmlformats.org/drawingml/2006/main">
            <a:off x="1524000" y="169545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Data Infra 仍缺少上游执行闭环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数据库知道 Job、SLO 与结果语义；模型服务知道 running、waiting、KV 与完成节奏。中间层需要统一 work、state、control 与 cost 接口。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本课题研究 Database 与 Model Service 之间的 AI Data Execution Layer。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A5FC-674E-49C1-8CD7-09DDE2B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b7723efba4b0c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同一任务会落入不同服务状态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左：统一 source/sink 的产品 database-E2E；右：同一 ShareGPT manifest 的官方 Chat graph。两条轨分别回答正确性边界与服务供给状态。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现有路径的关键差异不仅是 JCT，还包括欠供给、有效供给与过量排队。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dfb3f934645a5"/>
          <a:stretch xmlns:a="http://schemas.openxmlformats.org/drawingml/2006/main"/>
        </p:blipFill>
        <p:spPr>
          <a:xfrm xmlns:a="http://schemas.openxmlformats.org/drawingml/2006/main">
            <a:off x="1991995" y="2052341"/>
            <a:ext cx="7564120" cy="2971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记录数和静态上限都不是运行状态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同行数的 token work 可相差 14.3×；相同 W65K 在不同 offered load 下呈现不同 running/MFU；容量扫描存在最小近饱和区。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需要可比较的 work、新鲜状态快照和保持总上限不变的份额控制。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c4977ae6d42c1"/>
          <a:stretch xmlns:a="http://schemas.openxmlformats.org/drawingml/2006/main"/>
        </p:blipFill>
        <p:spPr>
          <a:xfrm xmlns:a="http://schemas.openxmlformats.org/drawingml/2006/main">
            <a:off x="1991995" y="2041115"/>
            <a:ext cx="7564120" cy="29942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图像把 work 扩展为多阶段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CPU prepare、host-to-device transfer 与 model forward 的代价形态明显不同；继续增大 active window 还会带来等待与回退。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跨模态接口应表达 source/prepare/model/result stage，而非单一图片数。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6df8cd9be4aab"/>
          <a:stretch xmlns:a="http://schemas.openxmlformats.org/drawingml/2006/main"/>
        </p:blipFill>
        <p:spPr>
          <a:xfrm xmlns:a="http://schemas.openxmlformats.org/drawingml/2006/main">
            <a:off x="1991995" y="2039221"/>
            <a:ext cx="7564120" cy="299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四 Job 并发同时影响 Short 与 Long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每条原生路径内部比较 four-job JCT / isolated JCT。Short 与三个 Long Job 均受影响，但退化幅度和压力形态不同。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作业到达、活跃、drain 与公平需要模型服务上游的任务级管理。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00f6bc29f49fb"/>
          <a:stretch xmlns:a="http://schemas.openxmlformats.org/drawingml/2006/main"/>
        </p:blipFill>
        <p:spPr>
          <a:xfrm xmlns:a="http://schemas.openxmlformats.org/drawingml/2006/main">
            <a:off x="1991995" y="1751766"/>
            <a:ext cx="7564120" cy="35729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实验现象导出四项设计要求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Work 表征 → staged WorkDescriptor；运行状态 → fresh stage/service/job snapshot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多 Job 干扰 → 额度借用、完成回收与公平保护；配置风险 → profile + residual，以 ranking/regret 验收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Work Unit、状态感知、动态调度与代价估计具有同等证据要求。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数据执行层形成反馈闭环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Organizer 决定一个 work unit 包含什么；Scheduler 决定何时、向哪里、以多少 active work 提交；代价估计同时服务两者。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研究发生在数据库与模型服务之间，不修改模型内部 batching。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A5FC-674E-49C1-8CD7-09DDE2B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e1c95fdae4a9f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WorkDescriptor 连接组织与调度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文本表达 prompt/output token 与 prefix locality；图像表达 encoded bytes、prepare、tensor 与 model work。共同字段包括 deadline、uncertainty 与 calibration signature。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字段不是清单：每个字段都要对应组织、路由、准入或公平决策。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ED548-754F-4DED-93B1-96841B4A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7f71dad254b2f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数据组织没有全局最优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低压力下五种策略近似中性；高压力下重排策略的 cache hit 与吞吐同步下降。颜色对应组织策略，实线保持输入顺序，虚线改变排序或装箱。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balance 与 locality 可联合约束，但实验臂的排序/装箱策略互斥比较。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2e2d562b84ed2"/>
          <a:stretch xmlns:a="http://schemas.openxmlformats.org/drawingml/2006/main"/>
        </p:blipFill>
        <p:spPr>
          <a:xfrm xmlns:a="http://schemas.openxmlformats.org/drawingml/2006/main">
            <a:off x="1991995" y="1852609"/>
            <a:ext cx="7564120" cy="33712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总容量固定，份额随活跃集调整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先离线标定当前配置的稳定总上限；运行时仅在活跃 Job 间借用空闲份额、完成即回收，并以 freshness、SLO debt 与公平 deficit 决定释放顺序。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状态缺失或过期时回退全局 FIFO/DRR；简单策略足够好则不引入复杂控制。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F1471-720F-48AA-928A-3A215188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2c808f03f4ca5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共享调度存在效率—公平权衡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Project 的 full/quarter 控制先分离额度损失，再比较同上限 static 与 shared。shared 提高组吞吐与 MFU，但各 Job 收益和 Jain fairness 并不总是同向。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动态调度必须同时报告效率、隔离与公平，不能只看总吞吐。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0644f98104639"/>
          <a:stretch xmlns:a="http://schemas.openxmlformats.org/drawingml/2006/main"/>
        </p:blipFill>
        <p:spPr>
          <a:xfrm xmlns:a="http://schemas.openxmlformats.org/drawingml/2006/main">
            <a:off x="2053967" y="1700530"/>
            <a:ext cx="7440176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代价估计要评价决策质量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20 个 context 的完整点云展示每个估计器的选择损失；另报告配置 pairwise accuracy、平均与最坏 regret。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逐行 MAE 更低不保证配置选择更好；代价估计以 ranking/regret 验收。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f421c606749ac"/>
          <a:stretch xmlns:a="http://schemas.openxmlformats.org/drawingml/2006/main"/>
        </p:blipFill>
        <p:spPr>
          <a:xfrm xmlns:a="http://schemas.openxmlformats.org/drawingml/2006/main">
            <a:off x="1991995" y="1815678"/>
            <a:ext cx="7564120" cy="34450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图像 baseline 分层解释能力边界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Direct CLIP 是容量参照；Daft Built-in 与 Ray Data 是原生 baseline；Project 是冻结静态方法参考；vLLM pooling 当前 capability gate 未通过。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12K 结构诊断与 120K matched-resource 正式比较必须分开解释。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f433c81bf4faa"/>
          <a:stretch xmlns:a="http://schemas.openxmlformats.org/drawingml/2006/main"/>
        </p:blipFill>
        <p:spPr>
          <a:xfrm xmlns:a="http://schemas.openxmlformats.org/drawingml/2006/main">
            <a:off x="1991995" y="1906996"/>
            <a:ext cx="7564120" cy="32624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图像四 Job 重现任务级干扰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Daft Built-in、Ray Data 与 Project 分别按自身 isolated JCT 归一化。Project static/shared 只展示份额改变，不把 observe-only snapshot 写成动态收益。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统一 work/state 接口具有跨模态价值，但阶段字段必须随模态变化。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004777cc44819"/>
          <a:stretch xmlns:a="http://schemas.openxmlformats.org/drawingml/2006/main"/>
        </p:blipFill>
        <p:spPr>
          <a:xfrm xmlns:a="http://schemas.openxmlformats.org/drawingml/2006/main">
            <a:off x="2059552" y="1700530"/>
            <a:ext cx="7429006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研究基础支撑后续逐层验证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已有基础覆盖执行闭环、WorkDescriptor、共享 credit 和正式 trace；后续按数据组织、状态与公平调度、代价估计和外部有效性逐层验证。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每一步固定比较合同并保存状态—动作—结果 trace。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a29b08f624cc7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CC47C4-6B93-4280-87F4-1507C30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7636CA5-5415-46B5-A009-553D1CFC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预期贡献：可估计、可感知、可调度的 AI 数据执行方法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5E2ACA-F899-4CA4-8DD3-D6BBE8E9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研究内容一：面向 AI workload 的分阶段 work-unit 构造与组织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研究内容二：固定总容量下的状态感知提交、路由与多作业协调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共同使能：以配置排序和决策损失验收的轻量代价估计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跨模态验证：文本 AI_COMPLETE 与图像 AI_EMBED/AI_CLASSIFY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D98E87-56FA-4F0B-87E0-8CA3B96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DB3E26C-FCE1-47E2-823A-BF2DEB82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88C7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最终贡献是 AI-Native Data Infra 中一段可复现、可证伪的上游执行闭环。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1171957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2026-08-12T04:45:49.2980000Z</dcterms:created>
  <dcterms:modified xsi:type="dcterms:W3CDTF">2026-08-12T04:45:49.2980000Z</dcterms:modified>
</coreProperties>
</file>