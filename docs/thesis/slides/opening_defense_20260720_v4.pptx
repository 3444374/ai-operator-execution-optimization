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handoutMasterIdLst>
    <p:handoutMasterId r:id="rId27"/>
  </p:handout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7099300" cy="10234295"/>
  <p:custDataLst>
    <p:tags r:id="rId3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7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B72B9"/>
    <a:srgbClr val="006DB2"/>
    <a:srgbClr val="0C2A55"/>
    <a:srgbClr val="1F56A5"/>
    <a:srgbClr val="1588C7"/>
    <a:srgbClr val="4472C4"/>
    <a:srgbClr val="C7D4ED"/>
    <a:srgbClr val="B8DBEE"/>
    <a:srgbClr val="8BAE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79279" autoAdjust="0"/>
  </p:normalViewPr>
  <p:slideViewPr>
    <p:cSldViewPr showGuides="1">
      <p:cViewPr varScale="1">
        <p:scale>
          <a:sx n="100" d="100"/>
          <a:sy n="100" d="100"/>
        </p:scale>
        <p:origin x="702" y="72"/>
      </p:cViewPr>
      <p:guideLst>
        <p:guide orient="horz" pos="2182"/>
        <p:guide pos="37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tags" Target="tags/tag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542B31-73EC-40E4-BA2E-3718341A1938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9180F7-3713-4556-8363-0F6EEBB166EB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各位老师好，我汇报的题目是'面向数据库驱动AI工作负载的分布式数据执行与存储协同优化研究'。本课题关注数据库成为AI工作负载入口后，数据从数据库表出发经分布式数据处理、GPU推理再写回存储这条端到端链路中的上游调度优化问题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如被问题目是否太大：研究对象是固定执行路径 PostgreSQL→Daft/Arrow→Ray→vLLM→写回，在可控链路上做上游调度策略消融研究。不修改vLLM内部、不改造Ray核心、不做GPU kernel优化。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汇报分为四个部分：研究背景与核心问题、预研实验与动机证据、研究目标与两项内容设计、可行性分析与进度安排。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四段结构遵循学校模板，每段有过渡页和对应内容页。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首先进入第一部分：研究背景与问题。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云数据库厂商已在SQL中提供AI算子。Snowflake Cortex AISQL论文发表于SIGMOD 2026。BigQuery和Oracle同样在SQL中嵌入AI函数。PostgreSQL生态提供了可观测的开源替代方案。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Snowflake等系统作为工业背景引用，不声称它们使用Ray或不复现其内部实现——它们证明需求真实性，不能直接作为消融实验baseline。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传统SQL算子在数据库内部完成。AI算子不同——数据经过外部数据处理层、调度层、GPU推理，最后写回。端到端性能受上游多个阶段影响。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研究对象不是模型kernel优化，而是数据从数据库出发到进入推理引擎之前的上游调度链路。Snowflake证实重要性但作为闭源系统不可拆分——这正是开题动机。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现有工作分三个方向。DB4AI止于数据库进程边界。vLLM等优化GPU侧但不关心数据从哪来。AI存储优化写入但不研究上游调度。三个方向各有大量CCF-A论文，但连接处是空白。本课题聚焦数据组织与执行调度两项策略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研究缺口表述：不声称'没人做过AI SQL'，而是'缺少面向本课题执行路径的可控阶段画像与优化验证'。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第二部分展示已完成的预研实验和动机证据。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AI_EMBED预研已完成。完整链路包含DB读取、Arrow batch、Ray执行、GPU推理和写回。各阶段计时独立可拆分。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主动标注：当前是PG18.4本地预演，不是PG18.3内部平台结果。AI_EMBED仅作为预研验证，论文主体实验在vLLM + AI_COMPLETE平台。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三组关键结果。37.5倍差异来自调用粒度而非GPU优化。写回已量化。Ray不天然优于Python——多endpoint才体现路由价值。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边界：(1) 37.5×来自调用粒度，非GPU kernel优化；(2) 双endpoint在同一GPU上不代表多GPU结论；(3) 写回不是主瓶颈但已量化备查。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7月18-19日完成vLLM baseline和Daft接入。三项发现构成论文正文可写证据。图中展示shared-vLLM下不同K_max对前台作业的冲击——无界提交导致2.3×恶化。Daft管线开销已验证&lt;0.1s，且Daft支持@daft.cls GPU UDF，后续多模态实验只需替换数据列类型（prompt→image），复用同一套策略代码。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澄清：vLLM baseline是本地rehearsal。Queue-adaptive已实现但不如静态K_max——这是开题后需攻克的技术难点。开题阶段只展示动机成立，不声称已完成。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第三部分介绍研究目标和两项策略设计。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总体目标：基于Daft/Ray端到端实验链路，优化数据组织策略和提交控制策略。vLLM为部署平台不修改，Ray为架构设计空间。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不能把题目解释成'优化Ray'。真正问题是数据库AI workload的数据组织、服务感知调度和持久化协同。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研究内容一的核心问题是：固定行数不等于固定计算量。LLM每行token数差异巨大（实测13.9×跨度），所以按token量而不是按行数来组织batch是更合理的做法。三种策略从三个角度优化：token-budget控制每批总计算量，length-align减少批内straggler，prefix-aware让vLLM复用KV-cache。通过Ray actor异构化实现——不同策略对应不同actor类型。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引擎级参数（Daft into_batches、batch_size等）与策略级决策共同构成优化空间——不是简单的"选一个batch size"。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研究内容二关注提交控制——什么时候把攒好的请求发给vLLM。固定间隔的问题是：GPU空闲时你还在等，GPU忙时你又雪上加霜。Queue-adaptive让每个actor独立看vLLM队列状态决定发不发：队列空就发，队列堵就等。K_max不再预设固定值，由adaptive行为自然形成。Actor pool按请求特征分池路由。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当前queue-adaptive已实现但不如静态K_max=8——开题后需改进。若3轮改进仍不超越则降级。但K_max必要性已通过shared-vLLM干扰实验证明（2.3×恶化）。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耦合验证是AGENTS.md写死的核心实验。方法：分别独立搜索RC1最优 → 独立搜索RC2最优 → 拼接 → 与联合grid search对比。如果联合显著优于拼接，说明两项策略有交互效应需要联合调优。如果接近，说明策略正交可以分层独立优化。无论哪种结果都不改变核心贡献。写回作为保护约束纳入端到端评价。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耦合验证必须回答——不能只分别报告两项策略各自最优，而不说明它们之间是否需要联合调优。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b="1" sz="1100"/>
            </a:pPr>
            <a:r>
              <a:t>汇报讲稿：</a:t>
            </a:r>
          </a:p>
          <a:p>
            <a:pPr>
              <a:defRPr sz="1000"/>
            </a:pPr>
            <a:r>
              <a:t>实验分四阶段。前置已全部完成。后续按数据组织→提交控制→耦合验证顺序推进。多模态泛化验证为正文实验(§5.3)，写回作为 guardrail，算子代价估计为补充讨论。每阶段有明确对照和反证。</a:t>
            </a:r>
          </a:p>
          <a:p>
            <a:pPr>
              <a:defRPr sz="1100"/>
            </a:pPr>
          </a:p>
          <a:p>
            <a:pPr>
              <a:defRPr b="1" sz="1100"/>
            </a:pPr>
            <a:r>
              <a:t>答辩备注：</a:t>
            </a:r>
          </a:p>
          <a:p>
            <a:pPr>
              <a:defRPr sz="1000"/>
            </a:pPr>
            <a:r>
              <a:t>写回已降级为 guardrail，不作为独立实验阶段。多模态泛化验证在文本 RC1+RC2 消融完成后启动。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第四部分分析可行性和进度安排。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可行性基于链路已跑通、Daft已验证、vLLM baseline已建立。硬件单机单GPU不影响核心方法验证。预期创新点需要后续实验验证。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主动说明硬件边界：单机单GPU。核心方法（数据组织、in-flight控制、routing）不依赖分布式，单机可验证。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进度从7月到12月。7月前置已完成。8-9月是核心实验窗口。10月写回。最后两个月整理写论文。每阶段有可反证条件。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关键路径是8-9月消融实验——论文主体证据来源。如学校进度节点不同可按学院模板调整。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三点总结。场景真实——工业趋势。证据初步成立——关键信号。后续聚焦——两项策略加耦合验证。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回答质疑优先回到阶段画像和不能声称的边界。最难的技术点是queue-adaptive控制器效果不如静态K_max——正在攻克。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我的汇报到此结束，恳请各位老师批评指正。谢谢！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17" y="9525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23"/>
          <p:cNvSpPr>
            <a:spLocks noChangeArrowheads="1"/>
          </p:cNvSpPr>
          <p:nvPr/>
        </p:nvSpPr>
        <p:spPr bwMode="auto">
          <a:xfrm flipV="1">
            <a:off x="421217" y="3589339"/>
            <a:ext cx="11590867" cy="5556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>
                <a:solidFill>
                  <a:srgbClr val="0000CC"/>
                </a:solidFill>
                <a:latin typeface="Times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47700" y="908720"/>
            <a:ext cx="10972800" cy="8636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 altLang="zh-CN"/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17" y="9525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6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>
                <a:solidFill>
                  <a:srgbClr val="0000CC"/>
                </a:solidFill>
                <a:latin typeface="Times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47700" y="908720"/>
            <a:ext cx="10972800" cy="8636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 altLang="zh-CN"/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17" y="9525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image" Target="../media/image1.jpeg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image" Target="../media/image1.jpeg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6350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836613"/>
            <a:ext cx="109728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模板</a:t>
            </a:r>
            <a:r>
              <a:rPr lang="en-US" altLang="zh-CN" dirty="0"/>
              <a:t>Chapter</a:t>
            </a:r>
            <a:endParaRPr lang="en-US" altLang="zh-CN" dirty="0"/>
          </a:p>
        </p:txBody>
      </p:sp>
      <p:sp>
        <p:nvSpPr>
          <p:cNvPr id="1028" name="Rectangle 3"/>
          <p:cNvSpPr>
            <a:spLocks noGrp="1"/>
          </p:cNvSpPr>
          <p:nvPr>
            <p:ph type="body" idx="1"/>
          </p:nvPr>
        </p:nvSpPr>
        <p:spPr>
          <a:xfrm>
            <a:off x="609600" y="1916113"/>
            <a:ext cx="10972800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第一级</a:t>
            </a:r>
            <a:r>
              <a:rPr lang="en-US" altLang="zh-CN" dirty="0"/>
              <a:t>abcd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/>
              <a:t>adb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/>
              <a:t>kljaskf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35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sp>
        <p:nvSpPr>
          <p:cNvPr id="1032" name="Rectangle 17"/>
          <p:cNvSpPr>
            <a:spLocks noChangeArrowheads="1"/>
          </p:cNvSpPr>
          <p:nvPr userDrawn="1"/>
        </p:nvSpPr>
        <p:spPr bwMode="gray">
          <a:xfrm>
            <a:off x="590551" y="166846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 b="0" kern="12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366FF"/>
        </a:buClr>
        <a:buSzPct val="75000"/>
        <a:buFont typeface="Wingdings" panose="05000000000000000000" pitchFamily="2" charset="2"/>
        <a:buChar char="ª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80000"/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sz="2400" b="1" kern="1200">
          <a:solidFill>
            <a:schemeClr val="tx1"/>
          </a:solidFill>
          <a:latin typeface="Comic Sans MS" panose="030F0702030302020204" pitchFamily="66" charset="0"/>
          <a:ea typeface="楷体_GB2312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图片 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350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17"/>
          <p:cNvSpPr>
            <a:spLocks noChangeArrowheads="1"/>
          </p:cNvSpPr>
          <p:nvPr userDrawn="1"/>
        </p:nvSpPr>
        <p:spPr bwMode="gray">
          <a:xfrm>
            <a:off x="590551" y="166846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>
                <a:solidFill>
                  <a:srgbClr val="6B7280"/>
                </a:solidFill>
              </a:rPr>
              <a:t>Daft/Arrow数据组织 · Ray执行调度 · GPU推理服务 · 持久化协同</a:t>
            </a:r>
            <a:endParaRPr sz="1400">
              <a:solidFill>
                <a:srgbClr val="6B728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</a:rPr>
              <a:t>数据库 AI 负载的
执行优化与调度研究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63624" y="4087368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报告人：____________    指导老师：____________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</a:rPr>
              <a:t>目录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 b="1">
                <a:solidFill>
                  <a:srgbClr val="000000"/>
                </a:solidFill>
              </a:defRPr>
            </a:pPr>
            <a:r>
              <a:t>01  研究背景与问题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  <a:r>
              <a:t>02  预研基础与动机证据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  <a:r>
              <a:t>03  研究目标与内容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  <a:r>
              <a:t>04  可行性与计划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0"/>
            <a:ext cx="18288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2F6FEB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研究背景与问题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286000"/>
            <a:ext cx="7315200" cy="36576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468880"/>
            <a:ext cx="3657600" cy="914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数据库成为AI Workload入口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Snowflake Cortex AISQL（SIGMOD 2026）：六类AI SQL算子，约40%查询消耗58%+总执行时间——AI算子已成SQL一等公民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BigQuery ML/AI、Oracle AI Vector Search：ML.GENERATE_TEXT、VECTOR_EMBEDDING等函数，支持Gemini/Claude/Llama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PostgreSQL生态：pgvector向量存储 + pgai外部vectorizer + PostgresML，形成可观测的开源替代方案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F6FEB"/>
                </a:solidFill>
                <a:latin typeface="微软雅黑" panose="020B0503020204020204" charset="-122"/>
              </a:defRPr>
            </a:pPr>
            <a:r>
              <a:t>AI SQL算子已是工业现实——数据库正从管理结构化数据扩展为AI数据处理入口。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AI算子执行链路与传统SQL的差异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665" y="5372100"/>
            <a:ext cx="990473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传统SQL算子：在数据库执行器内部完成（scan→filter→join→aggregate），数据不离开数据库进程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AI算子链路更长：表数据→Daft/Arrow batch组织→Ray调度执行→GPU推理服务→结果汇聚→写回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端到端性能不只由GPU推理速度决定——数据组织方式、提交节奏、模型服务队列状态、结果写回批量共同影响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F6FEB"/>
                </a:solidFill>
                <a:latin typeface="微软雅黑" panose="020B0503020204020204" charset="-122"/>
              </a:defRPr>
            </a:pPr>
            <a:r>
              <a:t>AI算子的外部执行链路需要独立优化——上游数据如何组织为请求、以什么节奏发送、如何根据模型服务状态调节并发。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772285"/>
            <a:ext cx="9870440" cy="36360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研究现状与核心研究问题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45125"/>
            <a:ext cx="10572115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DB4AI路线（GaussML/Smart/NeurDB）：将ML嵌入数据库内核，优化止于数据库进程边界</a:t>
            </a:r>
            <a:endParaRPr sz="1400"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GPU推理服务（vLLM/Orca/Sarathi-Serve）：优化GPU内存与批处理调度，将数据来源抽象为「输入请求」</a:t>
            </a:r>
            <a:endParaRPr sz="1400"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AI数据存储（TurboVecDB/Delta Lake/Lance）：优化存储格式与写入路径，不研究上游数据调度</a:t>
            </a:r>
            <a:endParaRPr sz="1400"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F6FEB"/>
                </a:solidFill>
                <a:latin typeface="微软雅黑" panose="020B0503020204020204" charset="-122"/>
              </a:defRPr>
            </a:pPr>
            <a:r>
              <a:t>核心问题：数据从数据库表到GPU推理再到写回的上游调度——三个成熟方向之间的连接处——尚未被作为系统性优化目标研究。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085" y="1750060"/>
            <a:ext cx="8291830" cy="36810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0"/>
            <a:ext cx="18288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预研基础与动机证据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286000"/>
            <a:ext cx="73152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468880"/>
            <a:ext cx="3657600" cy="914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GPU-backed AI_EMBED端到端链路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1815" y="1737360"/>
            <a:ext cx="11366500" cy="5518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实验环境：本地PG18.4同构预演 + RTX 5070 12GB + sentence-transformers/all-MiniLM-L6-v2 + CUDA endpoint</a:t>
            </a:r>
            <a:endParaRPr sz="1400">
              <a:solidFill>
                <a:srgbClr val="244C89"/>
              </a:solidFill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完整链路：PostgreSQL → Arrow RecordBatch → Ray/Python → CUDA embedding endpoint → writeback，阶段计时均可独立观测</a:t>
            </a:r>
            <a:endParaRPr sz="1400">
              <a:solidFill>
                <a:srgbClr val="244C89"/>
              </a:solidFill>
            </a:endParaRPr>
          </a:p>
        </p:txBody>
      </p:sp>
      <p:pic>
        <p:nvPicPr>
          <p:cNvPr id="6" name="Picture 5" descr="02_gpu_stage_latency_stack.png"/>
          <p:cNvPicPr>
            <a:picLocks noChangeAspect="1"/>
          </p:cNvPicPr>
          <p:nvPr/>
        </p:nvPicPr>
        <p:blipFill>
          <a:blip r:embed="rId1"/>
          <a:srcRect l="5684" t="8857" r="3852" b="3370"/>
          <a:stretch>
            <a:fillRect/>
          </a:stretch>
        </p:blipFill>
        <p:spPr>
          <a:xfrm>
            <a:off x="2174875" y="2299970"/>
            <a:ext cx="7628890" cy="40093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真实GPU-backed AI_EMBED链路已跑通——阶段计时方法可行，端到端链路可观测、可拆分、可消融。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预研关键结果：三组动机信号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12740"/>
            <a:ext cx="1092835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① Batch粒度：1024行fine vs coalesced→端到端差异37.5×——调用粒度是一阶执行成本，非GPU kernel优化问题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② Writeback成本：4096行JSON 1.567s，pgvector(384) 0.897s——写回已是可见成本，当前不主导端到端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③ Ray价值边界：单endpoint下Ray actor(3.62s)不优于Python(3.42s)；双endpoint降至2.86s——调度价值依赖并行条件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6" name="Picture 5" descr="10_e2e_operator_writeback_breakdow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995" y="1700530"/>
            <a:ext cx="7564120" cy="36753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三组信号共同指向：batch粒度和调度策略是上游优先调优方向；写回已量化作为端到端保护约束。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vLLM + AI_COMPLETE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665" y="5068570"/>
            <a:ext cx="11175365" cy="124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发现①：固定行数≠固定计算量——batch=8时token跨度13.9×，batch=128时token P95=26,678，行数是计算量的弱代理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发现②：改为按token量攒批（token-budget），约束P95至~6,141，同时吞吐接近固定行方案——按计算量组织数据可行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发现③：共享vLLM下无界提交伤害并发——前台作业端到端从4.9s恶化到11.4s（2.3×），证明需要in-flight控制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Daft管线已验证：开销&lt;0.1s，Rust内核+Arrow零拷贝——后续多模态实验可复用同一套pipeline代码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三项核心发现构成论文可写证据。Daft接入为多模态泛化验证铺路——同一套策略代码，只需替换数据列类型。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1728470"/>
            <a:ext cx="9673590" cy="32397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0"/>
            <a:ext cx="18288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研究目标与内容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286000"/>
            <a:ext cx="73152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468880"/>
            <a:ext cx="3657600" cy="91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研究目标与总体框架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380" y="1743710"/>
            <a:ext cx="3655695" cy="45129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spcAft>
                <a:spcPts val="400"/>
              </a:spcAft>
              <a:defRPr sz="13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总体目标：以AI_COMPLETE（生成式LLM推理）为主场景，构建Daft/Ray端到端实验链路，优化上游数据组织与提交控制两项策略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244C89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244C89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主链路：PostgreSQL → Daft（数据引擎，Rust核心+Arrow零拷贝）→ Ray actor（异构池+去中心化协调）→ vLLM（continuous batching，不修改内部）→ 写回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两项策略 + 多模态泛化验证 + 算子代价估计（补充）：研究内容一（数据组织）、研究内容二（提交控制）、耦合验证（独立拼接 vs 联合grid search）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核心思路：数据如何组织、以什么节奏发送、如何响应模型服务状态——三项决策共同影响端到端效率。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5575" y="1685290"/>
            <a:ext cx="8226425" cy="45173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</a:t>
            </a:r>
            <a:r>
              <a:rPr lang="zh-CN"/>
              <a:t>内容</a:t>
            </a:r>
            <a:endParaRPr 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557"/>
          <a:stretch>
            <a:fillRect/>
          </a:stretch>
        </p:blipFill>
        <p:spPr>
          <a:xfrm>
            <a:off x="1343660" y="1723390"/>
            <a:ext cx="8849995" cy="50082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研究内容一：按计算量组织数据，而非按行数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1770" y="5085080"/>
            <a:ext cx="11881485" cy="124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问题：固定"每批N行"简单，但LLM每行token数差异巨大（实测13.9×跨度）——长文本拖着短文本一起等，短文本被白白拖慢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做法① Token-budget：不数行数，数token数——每攒够一定token量就发一批。短行多的批次行数自然多，长行多的批次行数自然少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做法② Length-align：按token长度排序后分组，让每批内的行计算量相近——减少"一人拖全组"的straggler效应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做法③ Prefix-aware：共享system prompt的行合并提交，让vLLM复用KV-cache，避免重复计算同一段前缀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核心思路：用token量替代行数作为攒批单位——让计算量决定批次边界，而非机械地数行。引擎参数（Daft into_batches/repartition）+策略决策共同优化。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105" y="1737360"/>
            <a:ext cx="7393305" cy="33902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研究内容二：让请求发送节奏响应模型服务状态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745" y="4725035"/>
            <a:ext cx="11925935" cy="17621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问题：固定每隔N行或每隔T秒发一次请求，不管GPU忙不忙——GPU空闲时浪费算力，GPU繁忙时雪上加霜</a:t>
            </a:r>
            <a:endParaRPr sz="1400"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做法① Queue-adaptive flush：每个Ray actor独立看vLLM队列（当前在跑几个、在排几个），队列空了就多发，队列堵了就少发——用实时状态替代固定间隔</a:t>
            </a:r>
            <a:endParaRPr sz="1400"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做法② K_max动态调整：不预设"最多同时发K个"，而是由queue-adaptive行为自然形成上限——随观测窗口自动升降</a:t>
            </a:r>
            <a:endParaRPr sz="1400"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做法③ Actor pool分池：按请求特征分池——短token走快池、长token走慢池、共享prefix的走亲和池，各行按特征路由到不同提交策略</a:t>
            </a:r>
            <a:endParaRPr sz="1400"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利用Ray actor的状态记忆+异步能力，每个actor独立做决策——去中心化，不引入全局协调瓶颈。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1737360"/>
            <a:ext cx="11925300" cy="28714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耦合验证与实验设计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验证问题：两项策略分别调优后拼接，是否等于联合调优？还是需要联合搜索才能找到最优组合？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方法：独立搜索最优batching配置 → 独立搜索最优submission配置 → 拼接独立最优 → 联合grid search（batching × submission）→ 比较差距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判定：联合显著优于拼接 → 需要联合调优（交互效应强）；两者接近 → 分层独立优化即可（策略正交）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无论哪种结果，都不改变课题的核心贡献——上游数据组织+提交控制两项策略的设计空间表征与实验验证。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105535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写回使用PostgreSQL+pgvector（COPY+deferred index）作为工程baseline，不作为独立方法贡献——仅在端到端评价中检查写回是否吞噬上游收益。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实验阶段路线图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前置条件已完成，后续四阶段每阶段有明确验证目标和反证条件。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500884"/>
            <a:ext cx="10241280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5216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前置阶段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vLLM baseline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Daft接入 ✅</a:t>
            </a:r>
          </a:p>
        </p:txBody>
      </p:sp>
      <p:sp>
        <p:nvSpPr>
          <p:cNvPr id="25" name="Oval 24"/>
          <p:cNvSpPr/>
          <p:nvPr/>
        </p:nvSpPr>
        <p:spPr>
          <a:xfrm>
            <a:off x="3145535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59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第一阶段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59" y="21031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8月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79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数据组织消融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Token-budget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Length-align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Prefix-aware</a:t>
            </a:r>
          </a:p>
        </p:txBody>
      </p:sp>
      <p:sp>
        <p:nvSpPr>
          <p:cNvPr id="29" name="Oval 28"/>
          <p:cNvSpPr/>
          <p:nvPr/>
        </p:nvSpPr>
        <p:spPr>
          <a:xfrm>
            <a:off x="5705855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9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第二阶段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21031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9月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799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提交控制消融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Queue-adaptive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K_max动态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Pool路由</a:t>
            </a:r>
          </a:p>
        </p:txBody>
      </p:sp>
      <p:sp>
        <p:nvSpPr>
          <p:cNvPr id="33" name="Oval 32"/>
          <p:cNvSpPr/>
          <p:nvPr/>
        </p:nvSpPr>
        <p:spPr>
          <a:xfrm>
            <a:off x="8266175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第三阶段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1031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9-10月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19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耦合验证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独立拼接 vs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联合grid search</a:t>
            </a:r>
          </a:p>
        </p:txBody>
      </p:sp>
      <p:sp>
        <p:nvSpPr>
          <p:cNvPr id="37" name="Oval 36"/>
          <p:cNvSpPr/>
          <p:nvPr/>
        </p:nvSpPr>
        <p:spPr>
          <a:xfrm>
            <a:off x="10826496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补充阶段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21031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10月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多模态泛化验证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</a:p>
          <a:p>
            <a:pPr algn="l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写回 guardrail</a:t>
            </a:r>
          </a:p>
          <a:p>
            <a:pPr algn="l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算子代价估计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97280"/>
            <a:ext cx="18288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可行性与计划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286000"/>
            <a:ext cx="7315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468880"/>
            <a:ext cx="36576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可行性与创新点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可行性依据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真实GPU-backed链路已跑通——AI_EMBED预研 + AI_COMPLETE baseline，阶段计时方法成熟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Daft数据引擎接入已验证——管线开销&lt;0.1s，与手动Arrow路径同数量级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风险降级路径明确：自适应3轮不超越则降级为K_max必要性论证；文本消融完成前不启动多模态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预期创新点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创新点①：AI workload感知的上游动态数据组织策略——在Ray侧设计token-budget/length-align/prefix-aware三种batching policy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创新点②：Ray actor去中心化自适应提交策略——每个actor独立观测vLLM队列状态自主决定flush时机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创新点③：AI数据流持久化瓶颈判定——通过耦合验证与sink对比为全链路优化提供写入侧边界条件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方法已通过预研验证；硬件边界不影响核心方法；风险有明确触发条件和降级路径。创新点为预期，需后续实验验证。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进度安排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2026.07  开题报告 ✅ | vLLM baseline建立 ✅ | Daft接入 ✅ | token-tail revision ✅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2026.08  研究内容一消融：Token-budget / Length-align / Prefix-aware vs 静态baseline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2026.09  研究内容二消融：Queue-adaptive / K_max动态 / Pool路由 vs 固定K_max + 耦合验证启动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2026.10  写回瓶颈判定 + sink对比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2026.11  整理统一方法，补齐消融与反证实验，形成可复现脚本和完整CSV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2026.12+ 论文实验、图表、正文撰写、答辩材料准备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按基线→消融→耦合验证→写回判定顺序推进，每阶段保留可反证条件，不朝预设结论单向跑。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73352"/>
            <a:ext cx="10881360" cy="18288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场景真实：数据库已是AI workload入口（Snowflake/BigQuery/Oracle），AI算子外部执行链路需要独立优化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证据初步成立：GPU-backed预研显示batch粒度37.5×差异 + writeback成本量化 + vLLM baseline三项核心发现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后续聚焦：数据组织策略（token-budget/length-align/prefix-aware）+ 提交控制策略（queue-adaptive flush/pool路由）→ 耦合实验 → 写回判定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边界清楚：不修改vLLM内部 · 不改造Ray核心 · 不做GPU kernel优化 · 不把CPU/fake当最终结论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73152" cy="411480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588C7"/>
                </a:solidFill>
                <a:latin typeface="微软雅黑" panose="020B0503020204020204" charset="-122"/>
              </a:defRPr>
            </a:pPr>
            <a:r>
              <a:t>题目有真实场景支撑，初步证据链成立，后续路线可执行且边界明确——恳请各位老师批评指正。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000">
                <a:solidFill>
                  <a:srgbClr val="6B7280"/>
                </a:solidFill>
              </a:rPr>
              <a:t>恳请批评指正</a:t>
            </a:r>
            <a:endParaRPr sz="2000">
              <a:solidFill>
                <a:srgbClr val="6B728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00000"/>
                </a:solidFill>
              </a:rPr>
              <a:t>谢谢各位老师</a:t>
            </a:r>
            <a:endParaRPr sz="36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29&quot;:[50053044,50053368,50053024,50053052]}"/>
  <p:tag name="commondata" val="eyJoZGlkIjoiMjFkNTBiYTRhOTFjNWYwZGY1NGMyM2QwZTllOGRmZDcifQ=="/>
</p:tagLst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dist="107763" dir="27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276225" marR="0" indent="-276225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6FF"/>
          </a:buClr>
          <a:buSzPct val="75000"/>
          <a:buFont typeface="Wingdings" panose="05000000000000000000" pitchFamily="2" charset="2"/>
          <a:buNone/>
          <a:defRPr kumimoji="1" lang="zh-CN" altLang="en-US" sz="20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dist="107763" dir="27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276225" marR="0" indent="-276225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6FF"/>
          </a:buClr>
          <a:buSzPct val="75000"/>
          <a:buFont typeface="Wingdings" panose="05000000000000000000" pitchFamily="2" charset="2"/>
          <a:buNone/>
          <a:defRPr kumimoji="1" lang="zh-CN" altLang="en-US" sz="20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4664</Words>
  <Application>WPS 演示</Application>
  <PresentationFormat>宽屏</PresentationFormat>
  <Paragraphs>234</Paragraphs>
  <Slides>22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Arial</vt:lpstr>
      <vt:lpstr>宋体</vt:lpstr>
      <vt:lpstr>Wingdings</vt:lpstr>
      <vt:lpstr>黑体</vt:lpstr>
      <vt:lpstr>Tahoma</vt:lpstr>
      <vt:lpstr>Lucida Sans</vt:lpstr>
      <vt:lpstr>Comic Sans MS</vt:lpstr>
      <vt:lpstr>楷体_GB2312</vt:lpstr>
      <vt:lpstr>新宋体</vt:lpstr>
      <vt:lpstr>Times</vt:lpstr>
      <vt:lpstr>Times New Roman</vt:lpstr>
      <vt:lpstr>微软雅黑</vt:lpstr>
      <vt:lpstr>Arial Unicode MS</vt:lpstr>
      <vt:lpstr>Berlin Sans FB</vt:lpstr>
      <vt:lpstr>1_自定义设计方案</vt:lpstr>
      <vt:lpstr>2_自定义设计方案</vt:lpstr>
      <vt:lpstr>面向数据库驱动AI工作负载的
分布式数据执行与存储协同优化研究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谢谢各位老师</vt:lpstr>
    </vt:vector>
  </TitlesOfParts>
  <Company>WNLO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热烈欢迎各位领导莅临指导</dc:title>
  <dc:creator>shunzi</dc:creator>
  <cp:lastModifiedBy>艾筠舜</cp:lastModifiedBy>
  <cp:revision>1409</cp:revision>
  <dcterms:created xsi:type="dcterms:W3CDTF">2026-06-24T18:41:00Z</dcterms:created>
  <dcterms:modified xsi:type="dcterms:W3CDTF">2026-07-20T12:11:48Z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77490D9155CF9E0CE8D8E1695F8EB9F8_43</vt:lpwstr>
  </property>
</Properties>
</file>